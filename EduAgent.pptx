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7" autoAdjust="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79C55-8755-40D1-BF76-AB9A56264926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B5C5-9A6B-49AC-9B6F-3686BF00E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970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79C55-8755-40D1-BF76-AB9A56264926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B5C5-9A6B-49AC-9B6F-3686BF00E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535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79C55-8755-40D1-BF76-AB9A56264926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B5C5-9A6B-49AC-9B6F-3686BF00E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05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79C55-8755-40D1-BF76-AB9A56264926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B5C5-9A6B-49AC-9B6F-3686BF00E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67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79C55-8755-40D1-BF76-AB9A56264926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B5C5-9A6B-49AC-9B6F-3686BF00E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50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79C55-8755-40D1-BF76-AB9A56264926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B5C5-9A6B-49AC-9B6F-3686BF00E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959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79C55-8755-40D1-BF76-AB9A56264926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B5C5-9A6B-49AC-9B6F-3686BF00E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45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79C55-8755-40D1-BF76-AB9A56264926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B5C5-9A6B-49AC-9B6F-3686BF00E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46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79C55-8755-40D1-BF76-AB9A56264926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B5C5-9A6B-49AC-9B6F-3686BF00E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5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79C55-8755-40D1-BF76-AB9A56264926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B5C5-9A6B-49AC-9B6F-3686BF00E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486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79C55-8755-40D1-BF76-AB9A56264926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B5C5-9A6B-49AC-9B6F-3686BF00E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272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79C55-8755-40D1-BF76-AB9A56264926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B5C5-9A6B-49AC-9B6F-3686BF00E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58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412776"/>
            <a:ext cx="7416824" cy="893961"/>
          </a:xfrm>
        </p:spPr>
        <p:txBody>
          <a:bodyPr>
            <a:noAutofit/>
          </a:bodyPr>
          <a:lstStyle/>
          <a:p>
            <a:r>
              <a:rPr lang="en-IN" sz="2800" b="1" dirty="0" err="1" smtClean="0"/>
              <a:t>EduAgent</a:t>
            </a:r>
            <a:r>
              <a:rPr lang="en-IN" sz="2800" b="1" dirty="0" smtClean="0"/>
              <a:t>: Agentic AI Learning Assistant</a:t>
            </a: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b="1" dirty="0" smtClean="0"/>
              <a:t>Supporting</a:t>
            </a:r>
            <a:endParaRPr lang="en-IN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3140968"/>
            <a:ext cx="6400800" cy="1752600"/>
          </a:xfrm>
        </p:spPr>
        <p:txBody>
          <a:bodyPr>
            <a:normAutofit/>
          </a:bodyPr>
          <a:lstStyle/>
          <a:p>
            <a:r>
              <a:rPr lang="en-IN" sz="2400" dirty="0" smtClean="0">
                <a:solidFill>
                  <a:schemeClr val="tx1"/>
                </a:solidFill>
              </a:rPr>
              <a:t>SDG 4 – Quality Education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520" y="5912405"/>
            <a:ext cx="2853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/>
              <a:t>Submitted by:</a:t>
            </a:r>
            <a:r>
              <a:rPr lang="en-IN" dirty="0" smtClean="0"/>
              <a:t> Disha Patare</a:t>
            </a:r>
            <a:br>
              <a:rPr lang="en-IN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5836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Introduction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 err="1" smtClean="0"/>
              <a:t>EduAgent</a:t>
            </a:r>
            <a:r>
              <a:rPr lang="en-IN" sz="2400" dirty="0" smtClean="0"/>
              <a:t> is an AI-powered learning assistant developed as a React web application. It helps students create study plans, understand difficult topics, take quizzes, and monitor their learning progress. The project supports SDG 4 (Quality Education) by making learning more interactive and personalized.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86473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Problem Statement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IN" sz="2500" dirty="0" smtClean="0"/>
              <a:t>Students often struggle to organize their studies. </a:t>
            </a:r>
          </a:p>
          <a:p>
            <a:pPr algn="just"/>
            <a:r>
              <a:rPr lang="en-IN" sz="2500" dirty="0" smtClean="0"/>
              <a:t>They require personalized guidance and continuous practice. </a:t>
            </a:r>
          </a:p>
          <a:p>
            <a:pPr algn="just"/>
            <a:r>
              <a:rPr lang="en-IN" sz="2500" dirty="0" smtClean="0"/>
              <a:t>Traditional learning methods do not always provide instant support. </a:t>
            </a:r>
          </a:p>
          <a:p>
            <a:pPr algn="just"/>
            <a:r>
              <a:rPr lang="en-IN" sz="2500" dirty="0" smtClean="0"/>
              <a:t>An AI-based learning assistant can improve learning efficiency.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069726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576064"/>
          </a:xfrm>
        </p:spPr>
        <p:txBody>
          <a:bodyPr anchor="b">
            <a:normAutofit fontScale="90000"/>
          </a:bodyPr>
          <a:lstStyle/>
          <a:p>
            <a:r>
              <a:rPr lang="en-IN" b="1" dirty="0"/>
              <a:t/>
            </a:r>
            <a:br>
              <a:rPr lang="en-IN" b="1" dirty="0"/>
            </a:b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/>
              <a:t/>
            </a:r>
            <a:br>
              <a:rPr lang="en-IN" b="1" dirty="0"/>
            </a:b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916832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IN" sz="2500" dirty="0" smtClean="0"/>
              <a:t>Develop an AI-inspired learning assistant. </a:t>
            </a:r>
          </a:p>
          <a:p>
            <a:pPr algn="just"/>
            <a:r>
              <a:rPr lang="en-IN" sz="2500" dirty="0" smtClean="0"/>
              <a:t>Generate personalized study plans. </a:t>
            </a:r>
          </a:p>
          <a:p>
            <a:pPr algn="just"/>
            <a:r>
              <a:rPr lang="en-IN" sz="2500" dirty="0" smtClean="0"/>
              <a:t>Provide topic explanations through an AI Tutor.</a:t>
            </a:r>
          </a:p>
          <a:p>
            <a:pPr algn="just"/>
            <a:r>
              <a:rPr lang="en-IN" sz="2500" dirty="0" smtClean="0"/>
              <a:t> Conduct quizzes for self-assessment. Track student learning progress. </a:t>
            </a:r>
          </a:p>
          <a:p>
            <a:pPr algn="just"/>
            <a:r>
              <a:rPr lang="en-IN" sz="2500" dirty="0" smtClean="0"/>
              <a:t>Support Sustainable Development Goal 4 (Quality Education).</a:t>
            </a:r>
            <a:endParaRPr lang="en-IN" sz="2500" dirty="0"/>
          </a:p>
        </p:txBody>
      </p:sp>
      <p:sp>
        <p:nvSpPr>
          <p:cNvPr id="4" name="TextBox 3"/>
          <p:cNvSpPr txBox="1"/>
          <p:nvPr/>
        </p:nvSpPr>
        <p:spPr>
          <a:xfrm>
            <a:off x="1835696" y="318948"/>
            <a:ext cx="50405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 smtClean="0"/>
              <a:t>Objectives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416452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Technology Stack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500" dirty="0" smtClean="0"/>
              <a:t>React.js</a:t>
            </a:r>
          </a:p>
          <a:p>
            <a:pPr algn="just">
              <a:lnSpc>
                <a:spcPct val="150000"/>
              </a:lnSpc>
            </a:pPr>
            <a:r>
              <a:rPr lang="en-IN" sz="2500" dirty="0" smtClean="0"/>
              <a:t>JavaScript </a:t>
            </a:r>
          </a:p>
          <a:p>
            <a:pPr algn="just">
              <a:lnSpc>
                <a:spcPct val="150000"/>
              </a:lnSpc>
            </a:pPr>
            <a:r>
              <a:rPr lang="en-IN" sz="2500" dirty="0" smtClean="0"/>
              <a:t>HTML5 </a:t>
            </a:r>
          </a:p>
          <a:p>
            <a:pPr algn="just">
              <a:lnSpc>
                <a:spcPct val="150000"/>
              </a:lnSpc>
            </a:pPr>
            <a:r>
              <a:rPr lang="en-IN" sz="2500" dirty="0" smtClean="0"/>
              <a:t>CSS3 </a:t>
            </a:r>
          </a:p>
          <a:p>
            <a:pPr algn="just">
              <a:lnSpc>
                <a:spcPct val="150000"/>
              </a:lnSpc>
            </a:pPr>
            <a:r>
              <a:rPr lang="en-IN" sz="2500" dirty="0" err="1" smtClean="0"/>
              <a:t>Vite</a:t>
            </a:r>
            <a:r>
              <a:rPr lang="en-IN" sz="2500" dirty="0" smtClean="0"/>
              <a:t> 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956536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404665"/>
            <a:ext cx="8229600" cy="3312368"/>
          </a:xfrm>
        </p:spPr>
        <p:txBody>
          <a:bodyPr/>
          <a:lstStyle/>
          <a:p>
            <a:pPr marL="0" indent="0">
              <a:buNone/>
            </a:pPr>
            <a:r>
              <a:rPr lang="en-IN" sz="2800" b="1" dirty="0" smtClean="0"/>
              <a:t>Dashboard</a:t>
            </a:r>
            <a:endParaRPr lang="en-IN" b="1" dirty="0" smtClean="0"/>
          </a:p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sz="2800" b="1" dirty="0" smtClean="0"/>
              <a:t>Features</a:t>
            </a:r>
            <a:endParaRPr lang="en-IN" dirty="0" smtClean="0"/>
          </a:p>
          <a:p>
            <a:r>
              <a:rPr lang="en-IN" sz="2400" dirty="0" smtClean="0"/>
              <a:t>User-friendly interface </a:t>
            </a:r>
          </a:p>
          <a:p>
            <a:r>
              <a:rPr lang="en-IN" sz="2400" dirty="0" smtClean="0"/>
              <a:t>Easy navigation </a:t>
            </a:r>
          </a:p>
          <a:p>
            <a:r>
              <a:rPr lang="en-IN" sz="2400" dirty="0" smtClean="0"/>
              <a:t>Quick access to all learning modules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429000"/>
            <a:ext cx="5698577" cy="319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44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Study Plan Module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smtClean="0"/>
              <a:t>The Study Plan module allows students to enter a subject and automatically generates a structured learning plan.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800" b="1" dirty="0" smtClean="0"/>
              <a:t>Features</a:t>
            </a:r>
            <a:endParaRPr lang="en-IN" sz="2800" dirty="0" smtClean="0"/>
          </a:p>
          <a:p>
            <a:r>
              <a:rPr lang="en-IN" sz="2400" dirty="0" smtClean="0"/>
              <a:t>Subject input </a:t>
            </a:r>
          </a:p>
          <a:p>
            <a:r>
              <a:rPr lang="en-IN" sz="2400" dirty="0" smtClean="0"/>
              <a:t>Daily learning plan </a:t>
            </a:r>
          </a:p>
          <a:p>
            <a:r>
              <a:rPr lang="en-IN" sz="2400" dirty="0" smtClean="0"/>
              <a:t>Easy-to-follow schedule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2961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124744"/>
            <a:ext cx="6552728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58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AI Tutor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smtClean="0"/>
              <a:t>The AI Tutor provides simple explanations for learning topics and guides students through important concepts.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 smtClean="0"/>
              <a:t>Features</a:t>
            </a:r>
          </a:p>
          <a:p>
            <a:pPr marL="0" indent="0">
              <a:buNone/>
            </a:pPr>
            <a:endParaRPr lang="en-IN" sz="2400" dirty="0" smtClean="0"/>
          </a:p>
          <a:p>
            <a:r>
              <a:rPr lang="en-IN" sz="2400" dirty="0" smtClean="0"/>
              <a:t>Topic input </a:t>
            </a:r>
          </a:p>
          <a:p>
            <a:r>
              <a:rPr lang="en-IN" sz="2400" dirty="0" smtClean="0"/>
              <a:t>AI-style explanation </a:t>
            </a:r>
          </a:p>
          <a:p>
            <a:r>
              <a:rPr lang="en-IN" sz="2400" dirty="0" smtClean="0"/>
              <a:t>Easy language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62461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614695"/>
            <a:ext cx="6742442" cy="361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88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 smtClean="0"/>
              <a:t>Quiz Module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smtClean="0"/>
              <a:t>Students can test their knowledge using multiple-choice questions</a:t>
            </a:r>
            <a:r>
              <a:rPr lang="en-IN" sz="2800" dirty="0" smtClean="0"/>
              <a:t>.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fr-FR" sz="2800" b="1" dirty="0" err="1" smtClean="0"/>
              <a:t>Features</a:t>
            </a:r>
            <a:endParaRPr lang="fr-FR" sz="2800" b="1" dirty="0" smtClean="0"/>
          </a:p>
          <a:p>
            <a:pPr marL="0" indent="0">
              <a:buNone/>
            </a:pPr>
            <a:endParaRPr lang="fr-FR" sz="2800" dirty="0" smtClean="0"/>
          </a:p>
          <a:p>
            <a:r>
              <a:rPr lang="fr-FR" sz="2400" dirty="0" smtClean="0"/>
              <a:t>Multiple-</a:t>
            </a:r>
            <a:r>
              <a:rPr lang="fr-FR" sz="2400" dirty="0" err="1" smtClean="0"/>
              <a:t>choice</a:t>
            </a:r>
            <a:r>
              <a:rPr lang="fr-FR" sz="2400" dirty="0" smtClean="0"/>
              <a:t> questions </a:t>
            </a:r>
          </a:p>
          <a:p>
            <a:r>
              <a:rPr lang="fr-FR" sz="2400" dirty="0" smtClean="0"/>
              <a:t>Score </a:t>
            </a:r>
            <a:r>
              <a:rPr lang="fr-FR" sz="2400" dirty="0" err="1" smtClean="0"/>
              <a:t>calculation</a:t>
            </a:r>
            <a:r>
              <a:rPr lang="fr-FR" sz="2400" dirty="0" smtClean="0"/>
              <a:t> </a:t>
            </a:r>
          </a:p>
          <a:p>
            <a:r>
              <a:rPr lang="fr-FR" sz="2400" dirty="0" smtClean="0"/>
              <a:t>Restart quiz</a:t>
            </a:r>
          </a:p>
          <a:p>
            <a:pPr marL="0" indent="0">
              <a:buNone/>
            </a:pPr>
            <a:endParaRPr lang="en-IN" sz="2800" dirty="0" smtClean="0"/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57650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9" y="44624"/>
            <a:ext cx="5976664" cy="32317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459" y="3501009"/>
            <a:ext cx="5962854" cy="293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730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 smtClean="0"/>
              <a:t>Progress Tracking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 smtClean="0"/>
              <a:t>The Progress module helps students monitor their completed lessons and overall learning progress.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800" b="1" dirty="0" smtClean="0"/>
              <a:t>Features</a:t>
            </a:r>
          </a:p>
          <a:p>
            <a:pPr marL="0" indent="0">
              <a:buNone/>
            </a:pPr>
            <a:endParaRPr lang="en-IN" sz="2400" dirty="0" smtClean="0"/>
          </a:p>
          <a:p>
            <a:r>
              <a:rPr lang="en-IN" sz="2400" dirty="0" smtClean="0"/>
              <a:t>Completed lessons </a:t>
            </a:r>
          </a:p>
          <a:p>
            <a:r>
              <a:rPr lang="en-IN" sz="2400" dirty="0" smtClean="0"/>
              <a:t>Progress percentage </a:t>
            </a:r>
          </a:p>
          <a:p>
            <a:r>
              <a:rPr lang="en-IN" sz="2400" dirty="0" smtClean="0"/>
              <a:t>Progress bar</a:t>
            </a:r>
          </a:p>
          <a:p>
            <a:pPr marL="0" indent="0">
              <a:buNone/>
            </a:pPr>
            <a:endParaRPr lang="en-IN" sz="2400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8974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274636"/>
            <a:ext cx="6912768" cy="338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60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 smtClean="0"/>
              <a:t>Conclusion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772816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 err="1" smtClean="0"/>
              <a:t>EduAgent</a:t>
            </a:r>
            <a:r>
              <a:rPr lang="en-IN" sz="2400" dirty="0" smtClean="0"/>
              <a:t> demonstrates how AI-inspired technology can improve education by providing study planning, topic guidance, quizzes, and progress tracking. This project contributes toward achieving </a:t>
            </a:r>
            <a:r>
              <a:rPr lang="en-IN" sz="2400" b="1" dirty="0" smtClean="0"/>
              <a:t>SDG 4 – Quality Education</a:t>
            </a:r>
            <a:r>
              <a:rPr lang="en-IN" sz="2400" dirty="0" smtClean="0"/>
              <a:t> by making learning more personalized and accessible.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27081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299</Words>
  <Application>Microsoft Office PowerPoint</Application>
  <PresentationFormat>On-screen Show (4:3)</PresentationFormat>
  <Paragraphs>63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EduAgent: Agentic AI Learning Assistant Supporting</vt:lpstr>
      <vt:lpstr>Introduction</vt:lpstr>
      <vt:lpstr>Problem Statement</vt:lpstr>
      <vt:lpstr>     </vt:lpstr>
      <vt:lpstr>Technology Stack</vt:lpstr>
      <vt:lpstr>PowerPoint Presentation</vt:lpstr>
      <vt:lpstr>Study Plan Module </vt:lpstr>
      <vt:lpstr>PowerPoint Presentation</vt:lpstr>
      <vt:lpstr>AI Tutor</vt:lpstr>
      <vt:lpstr>PowerPoint Presentation</vt:lpstr>
      <vt:lpstr>Quiz Module</vt:lpstr>
      <vt:lpstr>PowerPoint Presentation</vt:lpstr>
      <vt:lpstr>Progress Tracking</vt:lpstr>
      <vt:lpstr>PowerPoint Presentation</vt:lpstr>
      <vt:lpstr>Conclusion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EduAgent: Agentic AI Learning Assistant Supporting</dc:title>
  <dc:creator>hp pc</dc:creator>
  <cp:lastModifiedBy>hp pc</cp:lastModifiedBy>
  <cp:revision>1</cp:revision>
  <dcterms:created xsi:type="dcterms:W3CDTF">2026-07-08T03:29:37Z</dcterms:created>
  <dcterms:modified xsi:type="dcterms:W3CDTF">2026-07-08T12:50:21Z</dcterms:modified>
</cp:coreProperties>
</file>